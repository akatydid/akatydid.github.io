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3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866F5-6DB6-297F-384E-5336D25E8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A520C5-00FE-A406-403B-132D6D3E9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0F3D49-11CE-261E-EF11-3C02B73F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6CCE42-052E-9450-A631-810070E6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D03976-A62A-725D-4188-B8761A0D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76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78997-A739-74DD-32B0-217C5D14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626328-5D2E-6235-0E66-4570E6D27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8BFD29-9711-4594-7571-8DB72B09D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EA338C-2C80-3499-E67D-418473BC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09741-5326-0F54-3A3F-D37253E0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19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31668-A313-BB42-01ED-AE48B2F0A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121DBA-BAE2-8F7A-0815-88090B038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BCCE3-0B84-5040-64C0-1C40D120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512727-586C-9D51-57A3-95F939D3E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710E07-DCB1-928D-CF27-9155E5DC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84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9BC96-7BB9-3FA3-4710-DE39A062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6B0038-298E-D4CF-1855-46ADE91F5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81D4BB-9622-FE4D-B5E8-3AFECFB06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7B92F0-95BB-F938-3AB3-CE1268F1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8FBD00-FB75-2D10-CBA4-975DA989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287C79-823F-F55F-1448-F111A0C5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2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AAF05-6CC6-44BF-23B3-857B4BF11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99F436-A52C-6E36-F355-97024BB62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C411B5-BC00-4AF6-4C38-F681E6B82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82D914-81D1-7492-8567-76DE0CE02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2EAF23-34B3-4A30-E7EE-D0C728D09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32B206-A6D5-9958-245C-65EDC08AF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F0FD87-849D-8526-30B0-9EE958D1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A51EF3-30DD-219F-12A0-F8F4B495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904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75B2F-A087-5048-DD03-AF0AB1D97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E8BFE-9FB4-3E60-A442-D7531CDC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85BC1-C246-CDBA-4063-2AAFE5D0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3F9698-8AFE-FB94-E39E-5F5D6463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55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23BDD4-C8EF-D95B-E2E9-7200BB88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3A8BAA-2161-8A34-1F09-59199048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5826BA-A33C-EA18-D34D-763B0B57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65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4315F9-E5B4-DE86-E156-02030868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F56CC5-ACDD-27CD-E1CF-10B34DF8B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106A7F-BB5C-AE91-C983-69B02C84D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D0D8E3-DF64-ECE5-EBC9-088F7091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E6C95D-70FB-AE4B-4354-4105F6AF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780AA6-7D1E-6CEA-3E40-CFF62239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399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5698D-7F40-D56D-02E8-F55D3132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5D42C2-DB96-E7F6-621B-11D0E4CD0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2D3BE6-D8F3-C087-81F6-76AF83F8A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26CF07-B752-632A-0A58-E23507BD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87F1A2-8A5A-4070-D589-CD776D12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26970A-0CBC-0433-7FF1-4CD8B6C6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410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85643-D014-FB83-238A-5B6FEC2F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FD002F-DC7E-238B-9B9E-DDAA0C58E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D52D03-15AF-916F-925D-C4B0AA4D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DD5E02-6640-33C4-2F7B-134BE0BE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696B15-9216-3153-13EA-5EBEB4B7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565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17493C-DEEC-6612-4D64-BC36D119B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633443-80A3-E7A7-0ADD-23DC4FD80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6657C-8E03-FF9D-F07F-497C2DAC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2928A-EF40-E5EF-F3B4-EBDAFAC7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882941-5CAE-BA31-31D3-22354249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803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84BAEC-3F70-4ADC-4AFB-F29DE3809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903FCE-FBAF-825C-0F1E-911B9A70A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5A79A0-16AF-FC88-780D-FFFF2C1C5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62AD2-9A5B-4678-B4DF-8C08AE28174E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10A7EB-42F9-6289-758A-016E34FFF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798F61-58F8-E137-0052-DB2417EF7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BB602-FC1B-4F8C-A32E-135F58979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740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A27573D-B41E-7CCF-16EF-8849476DA183}"/>
              </a:ext>
            </a:extLst>
          </p:cNvPr>
          <p:cNvSpPr/>
          <p:nvPr/>
        </p:nvSpPr>
        <p:spPr>
          <a:xfrm>
            <a:off x="436473" y="1258214"/>
            <a:ext cx="900000" cy="90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CCC60D-1DBC-0935-ED4E-9F454FEFCEBC}"/>
              </a:ext>
            </a:extLst>
          </p:cNvPr>
          <p:cNvSpPr/>
          <p:nvPr/>
        </p:nvSpPr>
        <p:spPr>
          <a:xfrm>
            <a:off x="1360207" y="1258214"/>
            <a:ext cx="900000" cy="90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2451F3-4C34-8742-27D4-74730EB88633}"/>
              </a:ext>
            </a:extLst>
          </p:cNvPr>
          <p:cNvSpPr/>
          <p:nvPr/>
        </p:nvSpPr>
        <p:spPr>
          <a:xfrm>
            <a:off x="436473" y="2173481"/>
            <a:ext cx="900000" cy="90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BE98EC-8D78-A44A-E5F4-64BCB787AD58}"/>
              </a:ext>
            </a:extLst>
          </p:cNvPr>
          <p:cNvSpPr/>
          <p:nvPr/>
        </p:nvSpPr>
        <p:spPr>
          <a:xfrm>
            <a:off x="1360207" y="2173481"/>
            <a:ext cx="900000" cy="90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0CDA28A-530F-1BAC-CA3B-8FA80ECC3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2" y="2363300"/>
            <a:ext cx="517060" cy="51706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F4E8E93-77DA-A348-E896-8847A5CA9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72" y="2349684"/>
            <a:ext cx="517060" cy="51706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94E649D-34E1-7CF6-DDD2-3E8D6D9A5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372" y="1449684"/>
            <a:ext cx="519684" cy="519684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0F0F583-0F2D-B631-26C9-3C18C0594017}"/>
              </a:ext>
            </a:extLst>
          </p:cNvPr>
          <p:cNvSpPr txBox="1"/>
          <p:nvPr/>
        </p:nvSpPr>
        <p:spPr>
          <a:xfrm>
            <a:off x="2472131" y="817880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9738B6-605F-A347-A169-47F41C19B0A2}"/>
              </a:ext>
            </a:extLst>
          </p:cNvPr>
          <p:cNvSpPr txBox="1"/>
          <p:nvPr/>
        </p:nvSpPr>
        <p:spPr>
          <a:xfrm>
            <a:off x="2472131" y="2222802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⬆️➡️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0B6F36-5629-25AE-21F1-DC7C20AD5F8D}"/>
              </a:ext>
            </a:extLst>
          </p:cNvPr>
          <p:cNvSpPr txBox="1"/>
          <p:nvPr/>
        </p:nvSpPr>
        <p:spPr>
          <a:xfrm>
            <a:off x="4300931" y="817880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802EBEF-E511-075D-3949-1BD107353517}"/>
              </a:ext>
            </a:extLst>
          </p:cNvPr>
          <p:cNvSpPr txBox="1"/>
          <p:nvPr/>
        </p:nvSpPr>
        <p:spPr>
          <a:xfrm>
            <a:off x="2472131" y="1750362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⬆️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AB4EDBF-AAC6-1066-5774-EEC6B6526890}"/>
              </a:ext>
            </a:extLst>
          </p:cNvPr>
          <p:cNvSpPr txBox="1"/>
          <p:nvPr/>
        </p:nvSpPr>
        <p:spPr>
          <a:xfrm>
            <a:off x="2472131" y="1284121"/>
            <a:ext cx="1242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⬆️⬇️➡️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5EF1C23-B64C-B3E8-3D54-087E14C5B210}"/>
              </a:ext>
            </a:extLst>
          </p:cNvPr>
          <p:cNvSpPr txBox="1"/>
          <p:nvPr/>
        </p:nvSpPr>
        <p:spPr>
          <a:xfrm>
            <a:off x="2472131" y="2695242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⬆️   ⬇️   ⬆️   ➡️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8EBFE84-3CC3-3A4F-4894-08D4056F8E8A}"/>
              </a:ext>
            </a:extLst>
          </p:cNvPr>
          <p:cNvSpPr txBox="1"/>
          <p:nvPr/>
        </p:nvSpPr>
        <p:spPr>
          <a:xfrm>
            <a:off x="4508519" y="1249629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80A28C5-FF44-F871-D402-A5926A9E3B3B}"/>
              </a:ext>
            </a:extLst>
          </p:cNvPr>
          <p:cNvSpPr txBox="1"/>
          <p:nvPr/>
        </p:nvSpPr>
        <p:spPr>
          <a:xfrm>
            <a:off x="4508519" y="1750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E77608-9040-2226-8FB4-F5974E242F0E}"/>
              </a:ext>
            </a:extLst>
          </p:cNvPr>
          <p:cNvSpPr txBox="1"/>
          <p:nvPr/>
        </p:nvSpPr>
        <p:spPr>
          <a:xfrm>
            <a:off x="4550998" y="2221720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25D5F59-9296-1E47-279B-B274991AA628}"/>
              </a:ext>
            </a:extLst>
          </p:cNvPr>
          <p:cNvSpPr txBox="1"/>
          <p:nvPr/>
        </p:nvSpPr>
        <p:spPr>
          <a:xfrm>
            <a:off x="4550998" y="2695242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zh-CN" altLang="en-US" sz="20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DC6F318-BE3B-C74B-53C2-43E0B6346EF2}"/>
              </a:ext>
            </a:extLst>
          </p:cNvPr>
          <p:cNvCxnSpPr>
            <a:cxnSpLocks/>
          </p:cNvCxnSpPr>
          <p:nvPr/>
        </p:nvCxnSpPr>
        <p:spPr>
          <a:xfrm flipH="1">
            <a:off x="2472131" y="3471412"/>
            <a:ext cx="29740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DB85120-003F-5AEE-BC8C-806A3BA0A3A1}"/>
                  </a:ext>
                </a:extLst>
              </p:cNvPr>
              <p:cNvSpPr txBox="1"/>
              <p:nvPr/>
            </p:nvSpPr>
            <p:spPr>
              <a:xfrm>
                <a:off x="2348509" y="3137763"/>
                <a:ext cx="7296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DB85120-003F-5AEE-BC8C-806A3BA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509" y="3137763"/>
                <a:ext cx="729622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731B3AE-45B7-1513-BF94-C49C3B2A9755}"/>
                  </a:ext>
                </a:extLst>
              </p:cNvPr>
              <p:cNvSpPr txBox="1"/>
              <p:nvPr/>
            </p:nvSpPr>
            <p:spPr>
              <a:xfrm>
                <a:off x="2929147" y="3140753"/>
                <a:ext cx="7296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731B3AE-45B7-1513-BF94-C49C3B2A9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147" y="3140753"/>
                <a:ext cx="72962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614B59E-6FBF-7EE0-69FC-C6D186FF8AEA}"/>
                  </a:ext>
                </a:extLst>
              </p:cNvPr>
              <p:cNvSpPr txBox="1"/>
              <p:nvPr/>
            </p:nvSpPr>
            <p:spPr>
              <a:xfrm>
                <a:off x="3519994" y="3137763"/>
                <a:ext cx="6831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614B59E-6FBF-7EE0-69FC-C6D186FF8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994" y="3137763"/>
                <a:ext cx="683136" cy="307777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FE82473-1D63-FAE8-CFA6-04775937C038}"/>
                  </a:ext>
                </a:extLst>
              </p:cNvPr>
              <p:cNvSpPr txBox="1"/>
              <p:nvPr/>
            </p:nvSpPr>
            <p:spPr>
              <a:xfrm>
                <a:off x="3948570" y="3137764"/>
                <a:ext cx="8061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FE82473-1D63-FAE8-CFA6-04775937C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570" y="3137764"/>
                <a:ext cx="80618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2017983-3F0E-E951-3A27-EA5A3478C9CE}"/>
                  </a:ext>
                </a:extLst>
              </p:cNvPr>
              <p:cNvSpPr txBox="1"/>
              <p:nvPr/>
            </p:nvSpPr>
            <p:spPr>
              <a:xfrm>
                <a:off x="4440767" y="3137764"/>
                <a:ext cx="115766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2017983-3F0E-E951-3A27-EA5A3478C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0767" y="3137764"/>
                <a:ext cx="1157667" cy="307777"/>
              </a:xfrm>
              <a:prstGeom prst="rect">
                <a:avLst/>
              </a:prstGeom>
              <a:blipFill>
                <a:blip r:embed="rId9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>
            <a:extLst>
              <a:ext uri="{FF2B5EF4-FFF2-40B4-BE49-F238E27FC236}">
                <a16:creationId xmlns:a16="http://schemas.microsoft.com/office/drawing/2014/main" id="{B2D3A448-EE07-5B31-799A-3F391BAAFB5F}"/>
              </a:ext>
            </a:extLst>
          </p:cNvPr>
          <p:cNvSpPr txBox="1"/>
          <p:nvPr/>
        </p:nvSpPr>
        <p:spPr>
          <a:xfrm>
            <a:off x="2568487" y="3503983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越靠近末端的动作对奖励影响越大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85FAC17-79FE-652E-5711-B1453C88EEBF}"/>
              </a:ext>
            </a:extLst>
          </p:cNvPr>
          <p:cNvSpPr txBox="1"/>
          <p:nvPr/>
        </p:nvSpPr>
        <p:spPr>
          <a:xfrm>
            <a:off x="1524410" y="442350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(a) RL </a:t>
            </a:r>
            <a:r>
              <a:rPr lang="zh-CN" altLang="en-US" dirty="0">
                <a:latin typeface="Times New Roman" panose="02020603050405020304" pitchFamily="18" charset="0"/>
              </a:rPr>
              <a:t>奖励示意图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5FA7756-452C-9A17-0C06-58EED1843BB6}"/>
              </a:ext>
            </a:extLst>
          </p:cNvPr>
          <p:cNvSpPr txBox="1"/>
          <p:nvPr/>
        </p:nvSpPr>
        <p:spPr>
          <a:xfrm>
            <a:off x="7467197" y="436812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(b) RL for LLMs Training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60BA8CC-8181-5739-7971-380B4E04339B}"/>
              </a:ext>
            </a:extLst>
          </p:cNvPr>
          <p:cNvSpPr txBox="1"/>
          <p:nvPr/>
        </p:nvSpPr>
        <p:spPr>
          <a:xfrm>
            <a:off x="5888260" y="80966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u="sng" dirty="0"/>
              <a:t>大家好，我是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5B2AA656-7A1B-10EF-F0D7-914E6E83B81E}"/>
              </a:ext>
            </a:extLst>
          </p:cNvPr>
          <p:cNvSpPr/>
          <p:nvPr/>
        </p:nvSpPr>
        <p:spPr>
          <a:xfrm>
            <a:off x="6673090" y="1569876"/>
            <a:ext cx="1289008" cy="588338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(SFT)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FF268BE3-2A06-92E3-E5C0-8DF6722F9976}"/>
              </a:ext>
            </a:extLst>
          </p:cNvPr>
          <p:cNvSpPr/>
          <p:nvPr/>
        </p:nvSpPr>
        <p:spPr>
          <a:xfrm>
            <a:off x="6673090" y="2485143"/>
            <a:ext cx="1289008" cy="588338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(RL)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0D17E1A4-951F-A8F7-D55E-C153B4A96F72}"/>
              </a:ext>
            </a:extLst>
          </p:cNvPr>
          <p:cNvCxnSpPr>
            <a:cxnSpLocks/>
            <a:endCxn id="53" idx="1"/>
          </p:cNvCxnSpPr>
          <p:nvPr/>
        </p:nvCxnSpPr>
        <p:spPr>
          <a:xfrm rot="16200000" flipH="1">
            <a:off x="6105915" y="1296870"/>
            <a:ext cx="685050" cy="4493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F7D09F05-9BB4-3658-36DA-256A6F17F13D}"/>
              </a:ext>
            </a:extLst>
          </p:cNvPr>
          <p:cNvCxnSpPr>
            <a:endCxn id="58" idx="1"/>
          </p:cNvCxnSpPr>
          <p:nvPr/>
        </p:nvCxnSpPr>
        <p:spPr>
          <a:xfrm rot="16200000" flipH="1">
            <a:off x="5648282" y="1754503"/>
            <a:ext cx="1600317" cy="4493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CD2F7CAB-8541-333B-01CB-6E7E6851DEAD}"/>
              </a:ext>
            </a:extLst>
          </p:cNvPr>
          <p:cNvSpPr txBox="1"/>
          <p:nvPr/>
        </p:nvSpPr>
        <p:spPr>
          <a:xfrm>
            <a:off x="8743817" y="1080352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Action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7FCB7E5-3986-0294-3CBE-D193475FC3CA}"/>
              </a:ext>
            </a:extLst>
          </p:cNvPr>
          <p:cNvSpPr txBox="1"/>
          <p:nvPr/>
        </p:nvSpPr>
        <p:spPr>
          <a:xfrm>
            <a:off x="8284077" y="1649739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E97132"/>
                </a:solidFill>
              </a:rPr>
              <a:t>彭      于      晏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93DB69B-AB77-0068-FD1B-D4DC25D74F98}"/>
              </a:ext>
            </a:extLst>
          </p:cNvPr>
          <p:cNvSpPr txBox="1"/>
          <p:nvPr/>
        </p:nvSpPr>
        <p:spPr>
          <a:xfrm>
            <a:off x="8284076" y="2594618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4EA72E"/>
                </a:solidFill>
              </a:rPr>
              <a:t>彭      于      晏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B01465B-F6C5-18AD-7E2F-76F44343F18B}"/>
              </a:ext>
            </a:extLst>
          </p:cNvPr>
          <p:cNvSpPr txBox="1"/>
          <p:nvPr/>
        </p:nvSpPr>
        <p:spPr>
          <a:xfrm>
            <a:off x="10074180" y="198169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E97132"/>
                </a:solidFill>
              </a:rPr>
              <a:t>生成概率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616180C-816C-916E-DD0C-63369915903E}"/>
              </a:ext>
            </a:extLst>
          </p:cNvPr>
          <p:cNvSpPr/>
          <p:nvPr/>
        </p:nvSpPr>
        <p:spPr>
          <a:xfrm>
            <a:off x="10576881" y="2523741"/>
            <a:ext cx="1238438" cy="50882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  <a:b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825D593-2D32-3E90-48DB-7BD6FF8C7039}"/>
              </a:ext>
            </a:extLst>
          </p:cNvPr>
          <p:cNvSpPr txBox="1"/>
          <p:nvPr/>
        </p:nvSpPr>
        <p:spPr>
          <a:xfrm>
            <a:off x="8249435" y="1993968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lang="zh-CN" altLang="en-US" sz="16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</a:t>
            </a:r>
            <a:r>
              <a:rPr lang="zh-CN" altLang="en-US" sz="16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6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endParaRPr lang="zh-CN" altLang="en-US" sz="1600" b="1" dirty="0">
              <a:solidFill>
                <a:srgbClr val="E971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82F71FD-1CAC-EC9A-4020-D07BA8FFE03D}"/>
              </a:ext>
            </a:extLst>
          </p:cNvPr>
          <p:cNvSpPr txBox="1"/>
          <p:nvPr/>
        </p:nvSpPr>
        <p:spPr>
          <a:xfrm>
            <a:off x="8249435" y="3226046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  <a:r>
              <a:rPr lang="zh-CN" altLang="en-US" sz="16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  <a:r>
              <a:rPr lang="zh-CN" altLang="en-US" sz="16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6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  <a:endParaRPr lang="zh-CN" altLang="en-US" sz="1600" b="1" dirty="0">
              <a:solidFill>
                <a:srgbClr val="E971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4A5FA1C2-781D-CDEB-4996-21EEC5AC56CA}"/>
              </a:ext>
            </a:extLst>
          </p:cNvPr>
          <p:cNvCxnSpPr>
            <a:cxnSpLocks/>
            <a:stCxn id="70" idx="3"/>
            <a:endCxn id="72" idx="1"/>
          </p:cNvCxnSpPr>
          <p:nvPr/>
        </p:nvCxnSpPr>
        <p:spPr>
          <a:xfrm flipV="1">
            <a:off x="9930681" y="2778153"/>
            <a:ext cx="646200" cy="113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495D0178-4F78-A982-3B16-0FFF08C59ED9}"/>
              </a:ext>
            </a:extLst>
          </p:cNvPr>
          <p:cNvSpPr txBox="1"/>
          <p:nvPr/>
        </p:nvSpPr>
        <p:spPr>
          <a:xfrm>
            <a:off x="9772496" y="2320248"/>
            <a:ext cx="8899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/>
              <a:t>大家好，我</a:t>
            </a:r>
            <a:endParaRPr lang="en-US" altLang="zh-CN" sz="1100" dirty="0"/>
          </a:p>
          <a:p>
            <a:pPr algn="ctr"/>
            <a:r>
              <a:rPr lang="zh-CN" altLang="en-US" sz="1100" dirty="0"/>
              <a:t>是彭于晏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D69710E-D448-B680-73A3-16F7C3255833}"/>
              </a:ext>
            </a:extLst>
          </p:cNvPr>
          <p:cNvSpPr txBox="1"/>
          <p:nvPr/>
        </p:nvSpPr>
        <p:spPr>
          <a:xfrm>
            <a:off x="10074179" y="323605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E97132"/>
                </a:solidFill>
              </a:rPr>
              <a:t>生成概率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696BFA21-956D-2960-8369-2F0072E6A1A9}"/>
                  </a:ext>
                </a:extLst>
              </p:cNvPr>
              <p:cNvSpPr txBox="1"/>
              <p:nvPr/>
            </p:nvSpPr>
            <p:spPr>
              <a:xfrm>
                <a:off x="8158550" y="2922222"/>
                <a:ext cx="1864165" cy="344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600" b="1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600" b="1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1600" b="1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600" b="1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600" b="1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600" b="1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sz="1600" b="1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696BFA21-956D-2960-8369-2F0072E6A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50" y="2922222"/>
                <a:ext cx="1864165" cy="344133"/>
              </a:xfrm>
              <a:prstGeom prst="rect">
                <a:avLst/>
              </a:prstGeom>
              <a:blipFill>
                <a:blip r:embed="rId10"/>
                <a:stretch>
                  <a:fillRect t="-3509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C907CA3D-3C91-35FC-0873-F4A30CEF9813}"/>
              </a:ext>
            </a:extLst>
          </p:cNvPr>
          <p:cNvCxnSpPr>
            <a:cxnSpLocks/>
            <a:stCxn id="72" idx="2"/>
            <a:endCxn id="85" idx="3"/>
          </p:cNvCxnSpPr>
          <p:nvPr/>
        </p:nvCxnSpPr>
        <p:spPr>
          <a:xfrm rot="5400000">
            <a:off x="10578546" y="2476735"/>
            <a:ext cx="61724" cy="117338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CA4A39FD-F953-2404-5112-6B200759177F}"/>
              </a:ext>
            </a:extLst>
          </p:cNvPr>
          <p:cNvSpPr txBox="1"/>
          <p:nvPr/>
        </p:nvSpPr>
        <p:spPr>
          <a:xfrm>
            <a:off x="10976628" y="3091499"/>
            <a:ext cx="838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</a:rPr>
              <a:t>得分：</a:t>
            </a:r>
            <a:r>
              <a:rPr lang="en-US" altLang="zh-CN" sz="1200" b="1" dirty="0">
                <a:solidFill>
                  <a:schemeClr val="accent6"/>
                </a:solidFill>
                <a:latin typeface="Times New Roman" panose="02020603050405020304" pitchFamily="18" charset="0"/>
              </a:rPr>
              <a:t>2.0</a:t>
            </a:r>
            <a:endParaRPr lang="zh-CN" altLang="en-US" sz="1200" b="1" dirty="0">
              <a:solidFill>
                <a:schemeClr val="accent6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0BAC943-F509-3E61-B6CF-6A3BE7FDC425}"/>
              </a:ext>
            </a:extLst>
          </p:cNvPr>
          <p:cNvSpPr txBox="1"/>
          <p:nvPr/>
        </p:nvSpPr>
        <p:spPr>
          <a:xfrm>
            <a:off x="8138854" y="3547105"/>
            <a:ext cx="19495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-9/2</a:t>
            </a: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-9/3</a:t>
            </a: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6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-9/1</a:t>
            </a:r>
            <a:endParaRPr lang="zh-CN" altLang="en-US" sz="16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3BB03BE9-A4E2-CC20-4F2E-A0C2DE12F396}"/>
              </a:ext>
            </a:extLst>
          </p:cNvPr>
          <p:cNvCxnSpPr>
            <a:cxnSpLocks/>
            <a:stCxn id="85" idx="1"/>
            <a:endCxn id="97" idx="1"/>
          </p:cNvCxnSpPr>
          <p:nvPr/>
        </p:nvCxnSpPr>
        <p:spPr>
          <a:xfrm rot="10800000" flipV="1">
            <a:off x="8138854" y="3094288"/>
            <a:ext cx="19696" cy="622093"/>
          </a:xfrm>
          <a:prstGeom prst="bentConnector3">
            <a:avLst>
              <a:gd name="adj1" fmla="val 402087"/>
            </a:avLst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2C3D94F-110D-2ACA-48AA-AA31890B8468}"/>
              </a:ext>
            </a:extLst>
          </p:cNvPr>
          <p:cNvSpPr txBox="1"/>
          <p:nvPr/>
        </p:nvSpPr>
        <p:spPr>
          <a:xfrm>
            <a:off x="10074178" y="3574613"/>
            <a:ext cx="1651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与 </a:t>
            </a:r>
            <a:r>
              <a:rPr lang="en-US" altLang="zh-CN" sz="1600" b="1" dirty="0">
                <a:solidFill>
                  <a:schemeClr val="bg1">
                    <a:lumMod val="65000"/>
                  </a:schemeClr>
                </a:solidFill>
              </a:rPr>
              <a:t>SFT </a:t>
            </a:r>
            <a:r>
              <a:rPr lang="zh-CN" altLang="en-US" sz="1600" b="1" dirty="0">
                <a:solidFill>
                  <a:schemeClr val="bg1">
                    <a:lumMod val="65000"/>
                  </a:schemeClr>
                </a:solidFill>
              </a:rPr>
              <a:t>概率差异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946C800D-FA82-6EE8-A6D4-9E88F3D943CB}"/>
              </a:ext>
            </a:extLst>
          </p:cNvPr>
          <p:cNvSpPr txBox="1"/>
          <p:nvPr/>
        </p:nvSpPr>
        <p:spPr>
          <a:xfrm>
            <a:off x="8148702" y="3876176"/>
            <a:ext cx="1930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-2.5</a:t>
            </a:r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-1.0</a:t>
            </a:r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-7.0</a:t>
            </a:r>
            <a:endParaRPr lang="zh-CN" altLang="en-US" sz="16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3502731-453B-255A-755C-24ABB890706B}"/>
              </a:ext>
            </a:extLst>
          </p:cNvPr>
          <p:cNvSpPr txBox="1"/>
          <p:nvPr/>
        </p:nvSpPr>
        <p:spPr>
          <a:xfrm>
            <a:off x="10088427" y="384866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最终得分</a:t>
            </a: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9E297E92-7050-6C61-5629-8FF80F10342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046253" y="3395323"/>
            <a:ext cx="100733" cy="650130"/>
          </a:xfrm>
          <a:prstGeom prst="bentConnector3">
            <a:avLst>
              <a:gd name="adj1" fmla="val -226937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20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110</Words>
  <Application>Microsoft Office PowerPoint</Application>
  <PresentationFormat>宽屏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ab13329</dc:creator>
  <cp:lastModifiedBy>ab13329</cp:lastModifiedBy>
  <cp:revision>58</cp:revision>
  <dcterms:created xsi:type="dcterms:W3CDTF">2026-03-24T14:34:55Z</dcterms:created>
  <dcterms:modified xsi:type="dcterms:W3CDTF">2026-03-25T11:59:46Z</dcterms:modified>
</cp:coreProperties>
</file>